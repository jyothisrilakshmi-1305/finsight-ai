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Sri Vasavi Engineering College (Autonomous)</a:t>
            </a:r>
          </a:p>
          <a:p>
            <a:pPr algn="ctr">
              <a:defRPr sz="1800" b="1">
                <a:solidFill>
                  <a:srgbClr val="D97706"/>
                </a:solidFill>
              </a:defRPr>
            </a:pPr>
            <a:r>
              <a:t>Department of Artificial Intelligence &amp; Machine Learning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MAJOR PROJECT REVIEW-1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146304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BATCH NO: 10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FinSight AI: Personalized Expense Forecasting and Financial Intelligence Using Machine Learning and Generative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6858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STUDENT DETAILS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23A81A6134  —  KUNA JYOTHI SRI LAKSHMI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23A81A6151  —  PILLA JESSI DORAI RAJ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23A81A6156  —  SATTI SAI RAMA KRISHNA REDDY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23A81A6138  —  MATTAPARTHI KRISHNA SRI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575" y="3657600"/>
            <a:ext cx="36576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PROJECT GUIDE</a:t>
            </a:r>
          </a:p>
          <a:p>
            <a:br/>
            <a:pPr algn="ctr">
              <a:defRPr sz="1800" b="1">
                <a:solidFill>
                  <a:srgbClr val="0F172A"/>
                </a:solidFill>
              </a:defRPr>
            </a:pPr>
            <a:r>
              <a:t>Mr. M S N Murthy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Department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01. Abstract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Executive summary of FinSight AI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02. Introduction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Background, motivation &amp; domain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03. Literature Survey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Comparative analysis of 5 existing research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04. Problem Statement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Key gaps &amp; limitations in traditional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05.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Primary goal &amp; specific technical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06. Scope of the Project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Core modules, features &amp; future expansions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07. System Design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Architecture pipeline, components &amp; tech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074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08. Methodology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13-step end-to-end technical implementation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Intelligent Personal Finance System: </a:t>
            </a:r>
            <a:r>
              <a:rPr b="0" sz="1200">
                <a:solidFill>
                  <a:srgbClr val="1E293B"/>
                </a:solidFill>
              </a:rPr>
              <a:t>FinSight AI transforms raw financial transactions into actionable, personalized financial insights for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Multi-Source Data Ingestion: </a:t>
            </a:r>
            <a:r>
              <a:rPr b="0" sz="1200">
                <a:solidFill>
                  <a:srgbClr val="1E293B"/>
                </a:solidFill>
              </a:rPr>
              <a:t>Accepts financial data through manual expense entries and CSV/Excel transaction file imports for centralized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Machine Learning Analytics: </a:t>
            </a:r>
            <a:r>
              <a:rPr b="0" sz="1200">
                <a:solidFill>
                  <a:srgbClr val="1E293B"/>
                </a:solidFill>
              </a:rPr>
              <a:t>Employs ML algorithms for expense categorization, anomaly detection, recurring payment detection, and predictive expense forecasting.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Pattern Recognition &amp; Anomaly Detection: </a:t>
            </a:r>
            <a:r>
              <a:rPr b="0" sz="1200">
                <a:solidFill>
                  <a:srgbClr val="1E293B"/>
                </a:solidFill>
              </a:rPr>
              <a:t>Identifies unusual spending behavior and recurring commitments (e.g., subscriptions) relative to user spending baselines.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Financial Planning &amp; What-If Analysis: </a:t>
            </a:r>
            <a:r>
              <a:rPr b="0" sz="1200">
                <a:solidFill>
                  <a:srgbClr val="1E293B"/>
                </a:solidFill>
              </a:rPr>
              <a:t>Provides real-time budget monitoring, savings goal tracking, and scenario-based what-if simulations for proactive planning.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Generative AI Assistant: </a:t>
            </a:r>
            <a:r>
              <a:rPr b="0" sz="1200">
                <a:solidFill>
                  <a:srgbClr val="1E293B"/>
                </a:solidFill>
              </a:rPr>
              <a:t>Integrates Llama 3.1 via Ollama to explain complex financial trends in natural language and deliver grounded financial guidance.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High Utility &amp; Efficiency: </a:t>
            </a:r>
            <a:r>
              <a:rPr b="0" sz="1200">
                <a:solidFill>
                  <a:srgbClr val="1E293B"/>
                </a:solidFill>
              </a:rPr>
              <a:t>Dramatically reduces time and cognitive effort needed to manage personal finances, enabling an intelligent financial management experience.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CORE PILLARS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📊 Predictive Analytics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Machine Learning models (Random Forest, Linear Regression, LSTM) forecast future expenses.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⚠️ Anomaly Detection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Flags unusual spending deviations from historical baseline metrics.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🤖 Generative AI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Llama 3.1 natural language summaries &amp; context-aware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Personal finance management involves tracking income, expenses, savings, budgets, and long-term financial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01952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Users traditionally examine transaction records manually to understand spending habits and identify unnecessary expenditure.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23744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Existing personal finance applications mainly offer static historical reports and rigid budgeting features without predictive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45536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FinSight AI leverages AI, Machine Learning, and financial analytics to automatically uncover actionable spending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767328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Provides automated expense classification, anomaly detection, recurring expense identification, and personalized expense forecasting.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389120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Offers interactive budget monitoring, savings goal progress analysis, and dynamic what-if simulation scenarios.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010912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Generative AI translates complex numerical analytics into concise, natural-language explanations and interactive assistant chats.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632704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Transforms conventional passive expense tracking into an active, predictive, explainable, and personalized financial intelligence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441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68880"/>
                <a:gridCol w="2194560"/>
                <a:gridCol w="2286000"/>
                <a:gridCol w="2224735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IMPLEMENTATION SUMMARY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TOOL / METHOD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LIMITATION / GAPS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M. Suganya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AI-powered personal finance consultant for financial recommendations &amp; literacy.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Machine Learning, Llama GenAI, GAN, Investment Prediction, 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Combines predictive analytics with natural language explanations &amp;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Mainly investment-focused; limited expense tracking, recurring-expense analysis &amp; forecasting.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Niharika Shailendra et al.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Personal finance tracker analyzing spending patterns and budget forecasting.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Machine Learning, Spending Analysis, Budget Forecasting, Data Visualization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Supports expense tracking, budgeting, spending analysis &amp; financial awareness.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Less emphasis on advanced anomaly detection, recurring-expense intelligence &amp; granular forecasting.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Rener S. Menezes &amp; Raimir H. Filho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Studies financial transaction models under temporal data drift for changing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GCN, GAT, GraphSAGE, Graph Neural Networks, Data Drift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Addresses dynamic transaction patterns &amp; model robustness for financial anomaly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Focused primarily on fraud detection &amp; data drift rather than personal finance management.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Wei Wang &amp; Bo Li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Financial time-series prediction using synthetic data and decomposition learning.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TimeGAN, SSA, Self-Attention, Time-Series Forecasting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Improves data augmentation and captures complex financial time-series patterns.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Designed mainly for stock market prediction; does not cover personal expenses or budgets.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K. Ramya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GenAI + LSTM platform for expense tracking, investment prediction &amp; literacy.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Generative AI, LSTM, Expense Tracking, Investment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Combines financial tracking, prediction, financial literacy &amp; AI interaction.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Broader investment focus; lacks personalized transaction-level expense intelligence &amp; what-if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IN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Limited Expense Understanding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Users record expenses but traditional systems fail to explain changing spending habits. Identifying unnecessary expenses requires tedious manual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Manual Financial Analysis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Users must examine individual transaction records and categories manually, increasing time and effort required to extract financial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3. Lack of Automatic Anomaly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Unusual transactions or sudden spending spikes are not automatically detected, leaving abnormal financial activity unnoticed.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4. Limited Recurring Expense Intelligence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Recurring commitments (subscriptions, utility bills) are recorded as isolated transactions without systematic detection or projection.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5. Limited Expense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Existing software provides backward-looking historical reports with minimal support for predicting future personal expenses.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657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6. Limited Personalized Financial Insights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Generic spending reports fail to adapt deeply to individual spending behaviors, income levels, or specific user financial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7. Lack of Context-Aware AI Assistance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Traditional tools lack intelligent, conversational AI assistants capable of reasoning over the user's specific transaction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846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8. Disconnected Financial Insights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Budgets, forecasts, anomalies, and goal tracking exist in silos, forcing users to manually correlate fragmented financial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97706"/>
                </a:solidFill>
              </a:defRPr>
            </a:pPr>
            <a:r>
              <a:t>OVERALL CORE PROBLEM: </a:t>
            </a:r>
            <a:r>
              <a:rPr b="0" sz="1200">
                <a:solidFill>
                  <a:srgbClr val="FFFFFF"/>
                </a:solidFill>
              </a:rPr>
              <a:t>Existing personal finance tools act as passive transaction trackers and static loggers. They fail to transform raw financial data into an integrated, predictive, explainable, and personalized financial intelligence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MAIN OBJECTIVE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 develop an AI-powered personal finance intelligence system (FinSight AI) that converts raw financial transaction data into structured, predictive, explainable, and personalized financial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📥 Data Collection &amp; Ingestion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Collect and structure transactions via manual user entry and automated CSV/Excel file imports.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🏷️ Automated Categorization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Classify transactions into financial categories and establish baseline spending patterns using Machine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⚠️ Anomaly &amp; Recurring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Detect unusual spending spikes using z-scores and systematically identify recurring financial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49039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🔮 Predictive Expense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Forecast upcoming expenses using historical patterns and a multi-model ML suite (Random Forest, Linear Regression, LSTM).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📊 Budget &amp; Goal Tracking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Monitor active budgets against spending and evaluate feasibility of user savings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120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🤖 Generative AI Financial Assistant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 Llama 3.1 via Ollama to provide natural-language explanations, what-if scenarios, and personalized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DOMAIN &amp;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PRIMARY DOMAIN</a:t>
            </a:r>
          </a:p>
          <a:p>
            <a:br/>
            <a:pPr algn="ctr">
              <a:defRPr sz="2000" b="1">
                <a:solidFill>
                  <a:srgbClr val="FFFFFF"/>
                </a:solidFill>
              </a:defRPr>
            </a:pPr>
            <a:r>
              <a:t>Artificial Intelligence</a:t>
            </a:r>
            <a:br/>
            <a:r>
              <a:t>&amp;</a:t>
            </a:r>
            <a:br/>
            <a:r>
              <a:t>Machine Learning</a:t>
            </a:r>
          </a:p>
          <a:p>
            <a:br/>
            <a:pPr algn="ctr">
              <a:defRPr sz="1200" b="1">
                <a:solidFill>
                  <a:srgbClr val="0D9488"/>
                </a:solidFill>
              </a:defRPr>
            </a:pPr>
            <a:r>
              <a:t>[ Applied FinTech &amp; Intelligence ]</a:t>
            </a:r>
          </a:p>
          <a:p>
            <a:br/>
            <a:pPr algn="ctr">
              <a:defRPr sz="1100">
                <a:solidFill>
                  <a:srgbClr val="CBD5E1"/>
                </a:solidFill>
              </a:defRPr>
            </a:pPr>
            <a:r>
              <a:t>Integrates machine learning predictive analytics, statistical anomaly scoring, and context-grounded Large Language Models for automated personal finance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🤖 Artificial Intelligence &amp; ML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Predictive algorithms (Random Forest, Linear Regression, LSTM) for categorization &amp; time-series forecasting.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8016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💳 Personal Finance &amp; FinTech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Expense tracking, budget monitoring, recurring subscription detection &amp; savings goal feasibility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📊 Financial &amp; Baseline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Calculates spending velocity, category distributions &amp; statistical spending baselines for user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7180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⚠️ Predictive &amp; Anomaly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Future expenditure estimation and Z-score outlier detection relative to historical spending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66344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💬 Natural Language 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Transaction description text cleaning, normalization, merchant recognition &amp; vectorization.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66344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🧠 Generative AI Layer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Context-grounded natural language explanations, dynamic what-if simulation &amp; assistant chat via Llama 3.1.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📥 INGESTION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Transaction Management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Record expenses manually and import batch financial transaction records seamlessly via CSV/Excel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📊 ANALYTICS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Expense Categorization &amp;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Automatically categorize expenses, track income vs. expenditure, and analyze category-wise spending distributions.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⚠️ DETECTION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Anomaly &amp; Recurring Intelligence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Detect statistical anomalies relative to user baselines and identify repeated merchants &amp; subscription commitments.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🔮 FORECASTING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Expense Forecasting &amp; Budgeting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Predict future month expenditure using trained ML models, track monthly budget limits, and highlight risk of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🎯 PLANNING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Financial Goals &amp; What-If Analysis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Set savings targets, evaluate goal feasibility, and simulate impact of changing recurring expenses or savings contributions.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7200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🚀 GENAI &amp; FUTURE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Generative AI &amp; Future Expansions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 plain-language financial insights &amp; assistant chat; extensible to receipt OCR processing and open banking API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📥 Ingestion &amp; Preprocessing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Accept manual expense entry &amp; CSV/Excel file uploads; clean, validate date/amount fields, and normalize merchant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🏷️ ML Categorization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Classify uncategorized transactions into standard financial categories using trained TF-IDF + Random Forest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⚠️ Baseline &amp; Anomaly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 user spending baselines and flag statistical spending anomalies using Z-scores (Z &gt; 2.5) and IQR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🔮 Multi-Model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Predict future month expenditure time-series using Random Forest, Linear Regression, and LSTM sequential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📊 Budgets, Goals &amp; What-If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Monitor category budget limits, evaluate savings goal timelines, and dynamically simulate spending/saving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7200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🤖 Grounded GenAI Assistant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 Llama 3.1 via Ollama to generate natural language explanations &amp; conversational advisory grounded in verified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⚡ Performance &amp; Latency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Sub-second UI response time for dashboard charts; ML predictions &amp; baseline calculations complete under 1.5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🎯 Accuracy &amp; Evaluation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 precision and low RMSE/MAE in expense forecasting; zero false positives in baseline Z-score anomaly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🔒 Privacy &amp; Security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Local data storage using SQLite; no private financial transaction records transmitted to external third-party cloud servers.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🛡️ Grounding &amp; Reliability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Strict prompt grounding prevents GenAI hallucinations; graceful error handling for missing values and invalid file uploads.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🧩 Scalability &amp; Usability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Modular architecture supporting increasing user transaction logs; intuitive, responsive Streamlit dashboard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72000"/>
            <a:ext cx="51206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🔧 Maintainability &amp; Extensibility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Decoupled backend API endpoints and independent ML pipelines enabling seamless future updates (OCR / Open Banking).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DESIGN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Manual Expense Entry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CSV / Excel File Import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Planned Receipt / OCR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97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USER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Import &amp; Format Validation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Cleaning &amp; Normalization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Feature Engineering &amp; Baselines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974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DATA INGESTION &amp;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Expense Categorization (ML)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Anomaly Detection (Z-Score)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Multi-Model Forecasting (RF, LR, LSTM)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Recurring Commitment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280160"/>
            <a:ext cx="269748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FINANCIAL INTELLIGENCE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Llama 3.1 Natural Language Insights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What-If Scenario Simulation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Budget Monitoring &amp; Goal Feasibility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Context-Grounded Financial Q&amp;A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1280160"/>
            <a:ext cx="26974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GENAI &amp; INSIGHT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94415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TECHNOLOGY STACK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Frontend &amp; Dashboard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Streamlit, Plotly, HTML/CSS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1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Backend &amp; REST API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Python 3.13, 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Machine Learning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Scikit-learn, TensorFlow (LSTM), Joblib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Generative AI Layer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Ollama API, Llama 3.1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Database &amp; Files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SQLite3 Database, Pandas, OpenPyXL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 (STEPS 1 TO 7)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1. Input Collection: </a:t>
            </a:r>
            <a:r>
              <a:rPr sz="1200" b="0">
                <a:solidFill>
                  <a:srgbClr val="1E293B"/>
                </a:solidFill>
              </a:rPr>
              <a:t>Accept manual transaction entries and bulk CSV/Excel financial data imports.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1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2. Data Preprocessing: </a:t>
            </a:r>
            <a:r>
              <a:rPr sz="1200" b="0">
                <a:solidFill>
                  <a:srgbClr val="1E293B"/>
                </a:solidFill>
              </a:rPr>
              <a:t>Clean raw data, handle missing values, standardize dates, currencies &amp; formats.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93391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06624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3. Feature Engineering: </a:t>
            </a:r>
            <a:r>
              <a:rPr sz="1200" b="0">
                <a:solidFill>
                  <a:srgbClr val="1E293B"/>
                </a:solidFill>
              </a:rPr>
              <a:t>Engineered category totals, rolling averages, spending frequencies &amp; baselines.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06624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4. Expense Categorization: </a:t>
            </a:r>
            <a:r>
              <a:rPr sz="1200" b="0">
                <a:solidFill>
                  <a:srgbClr val="1E293B"/>
                </a:solidFill>
              </a:rPr>
              <a:t>Classify transactions into appropriate spending categories using ML classifiers.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19856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33087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5. Anomaly Detection: </a:t>
            </a:r>
            <a:r>
              <a:rPr sz="1200" b="0">
                <a:solidFill>
                  <a:srgbClr val="1E293B"/>
                </a:solidFill>
              </a:rPr>
              <a:t>Detect unusual transactions &amp; sudden spikes using Z-Score statistical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33087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6. Recurring Expense Detection: </a:t>
            </a:r>
            <a:r>
              <a:rPr sz="1200" b="0">
                <a:solidFill>
                  <a:srgbClr val="1E293B"/>
                </a:solidFill>
              </a:rPr>
              <a:t>Identify subscription payments &amp; repeated merchants across time intervals.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59552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7. Expense Forecasting: </a:t>
            </a:r>
            <a:r>
              <a:rPr sz="1200" b="0">
                <a:solidFill>
                  <a:srgbClr val="1E293B"/>
                </a:solidFill>
              </a:rPr>
              <a:t>Train Random Forest, Linear Regression &amp; LSTM models to predict future expenses.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59552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 (STEPS 8 TO 13)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8. Budget &amp; Goal Analysis: </a:t>
            </a:r>
            <a:r>
              <a:rPr sz="1200" b="0">
                <a:solidFill>
                  <a:srgbClr val="1E293B"/>
                </a:solidFill>
              </a:rPr>
              <a:t>Compare predicted expenses against budgets &amp; evaluate goal feasibility.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9. What-If Analysis: </a:t>
            </a:r>
            <a:r>
              <a:rPr sz="1200" b="0">
                <a:solidFill>
                  <a:srgbClr val="1E293B"/>
                </a:solidFill>
              </a:rPr>
              <a:t>Simulate changes in expenses, savings, or recurring commitments to view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10. Generative AI Integration: </a:t>
            </a:r>
            <a:r>
              <a:rPr sz="1200" b="0">
                <a:solidFill>
                  <a:srgbClr val="1E293B"/>
                </a:solidFill>
              </a:rPr>
              <a:t>Provide analytical context to Llama 3.1 for natural language financial explanations.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11. Backend Integration: </a:t>
            </a:r>
            <a:r>
              <a:rPr sz="1200" b="0">
                <a:solidFill>
                  <a:srgbClr val="1E293B"/>
                </a:solidFill>
              </a:rPr>
              <a:t>FastAPI / Python service connects ML models, SQLite DB &amp; Streamlit frontend.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12. Dashboard Visualization: </a:t>
            </a:r>
            <a:r>
              <a:rPr sz="1200" b="0">
                <a:solidFill>
                  <a:srgbClr val="1E293B"/>
                </a:solidFill>
              </a:rPr>
              <a:t>Interactive Plotly visual charts for KPIs, spending trends, forecasts &amp; alerts.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13. Model Evaluation: </a:t>
            </a:r>
            <a:r>
              <a:rPr sz="1200" b="0">
                <a:solidFill>
                  <a:srgbClr val="1E293B"/>
                </a:solidFill>
              </a:rPr>
              <a:t>Assess ML forecasting performance using RMSE, MAE, R² score &amp; user feedback.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97706"/>
                </a:solidFill>
              </a:defRPr>
            </a:pPr>
            <a:r>
              <a:t>ANY QUESTIONS?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Thank you for your time &amp; valuable attention!</a:t>
            </a:r>
            <a:br/>
            <a:r>
              <a:t>We welcome questions, feedback, and suggestions.</a:t>
            </a:r>
          </a:p>
          <a:p>
            <a:br/>
            <a:pPr algn="ctr">
              <a:defRPr sz="1400">
                <a:solidFill>
                  <a:srgbClr val="0D9488"/>
                </a:solidFill>
              </a:defRPr>
            </a:pPr>
            <a:r>
              <a:t>FinSight AI — Major Project Review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1800" b="1">
                <a:solidFill>
                  <a:srgbClr val="D97706"/>
                </a:solidFill>
              </a:defRPr>
            </a:pPr>
            <a:r>
              <a:t>Department of Artificial Intelligence &amp; Machine Learning</a:t>
            </a:r>
            <a:br/>
            <a:r>
              <a:t>Sri Vasavi Engineering College (Autonomous)</a:t>
            </a:r>
          </a:p>
          <a:p>
            <a:br/>
            <a:pPr algn="ctr">
              <a:defRPr sz="1400">
                <a:solidFill>
                  <a:srgbClr val="CBD5E1"/>
                </a:solidFill>
              </a:defRPr>
            </a:pPr>
            <a:r>
              <a:t>Batch No: 10 | Project Guide: Mr. M S N Murthy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